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5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6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7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Additional Topics for ANN &amp; CNN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Types of ANN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Feedforward Neural Networks (FNN / MLP): Data moves in one single direction from the input through hidden layers to the output. They have no loops or memory. They work well for general classification and regression tasks.</a:t>
            </a:r>
            <a:endParaRPr lang="en-US" altLang="en-US"/>
          </a:p>
          <a:p>
            <a:r>
              <a:rPr lang="en-US" altLang="en-US"/>
              <a:t>Convolutional Neural Networks (CNN): These use filters to scan grid-like data. They excel at computer vision, image recognition, and video analysis.</a:t>
            </a:r>
            <a:endParaRPr lang="en-US" altLang="en-US"/>
          </a:p>
          <a:p>
            <a:r>
              <a:rPr lang="en-US" altLang="en-US"/>
              <a:t>Recurrent Neural Networks (RNN): These include feedback loops that give the network a form of short-term memory. They process sequential data like speech and text. [1] (https://www.ibm.com/think/topics/neural-networks), [2] (https://learninglabb.com/artificial-neural-network-in-machine-learning/)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ANN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Long Short-Term Memory (LSTM): A special type of RNN. It solves memory loss over long sequences. It works well for machine translation and time-series forecasting.</a:t>
            </a:r>
            <a:endParaRPr lang="en-US" altLang="en-US"/>
          </a:p>
          <a:p>
            <a:r>
              <a:rPr lang="en-US" altLang="en-US"/>
              <a:t>Generative Adversarial Networks (GAN): Two networks compete—one generates fake data and the other tries to spot it. They create realistic synthetic images and media</a:t>
            </a:r>
            <a:endParaRPr lang="en-US" altLang="en-US"/>
          </a:p>
          <a:p>
            <a:pPr lvl="0"/>
            <a:r>
              <a:rPr lang="en-US" altLang="en-US"/>
              <a:t>Transformers: A modern design using attention mechanisms. They replace older RNNs for large-scale natural language processing. 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Transfer Function in ANN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/>
              <a:t>In an Artificial Neural Network (ANN), a transfer function (more commonly known as an activation function) is a mathematical formula that determines the output of a neuron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Rosenblatt’s Perceptron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The Rosenblatt Perceptron is a simple single-layer artificial neural network proposed by Frank Rosenblatt in 1957. It is mainly used for binary classification.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0" y="2541905"/>
            <a:ext cx="6935470" cy="3624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880" y="5010785"/>
            <a:ext cx="4135120" cy="18472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8065770" cy="68459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720" y="5709285"/>
            <a:ext cx="8209280" cy="11366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Multi-Layer Perceptron (MLP)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1684" b="1468"/>
          <a:stretch>
            <a:fillRect/>
          </a:stretch>
        </p:blipFill>
        <p:spPr>
          <a:xfrm>
            <a:off x="1812290" y="1490345"/>
            <a:ext cx="8415655" cy="4689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/>
              <a:t>Input Layer → Hidden Layer(s) → Output Layer</a:t>
            </a:r>
            <a:endParaRPr lang="en-US" altLang="en-US"/>
          </a:p>
          <a:p>
            <a:r>
              <a:rPr lang="en-US" altLang="en-US"/>
              <a:t>Each neuron in one layer is generally connected to neurons in the next layer.</a:t>
            </a:r>
            <a:endParaRPr lang="en-US" altLang="en-US"/>
          </a:p>
          <a:p>
            <a:r>
              <a:rPr lang="en-US" altLang="en-US" sz="2200"/>
              <a:t>Working</a:t>
            </a:r>
            <a:endParaRPr lang="en-US" altLang="en-US" sz="2200"/>
          </a:p>
          <a:p>
            <a:r>
              <a:rPr lang="en-US" altLang="en-US"/>
              <a:t>Input values are given to the input layer.</a:t>
            </a:r>
            <a:endParaRPr lang="en-US" altLang="en-US"/>
          </a:p>
          <a:p>
            <a:r>
              <a:rPr lang="en-US" altLang="en-US"/>
              <a:t>Each neuron calculates a weighted sum: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An activation function such as ReLU, sigmoid or tanh is applied.</a:t>
            </a:r>
            <a:endParaRPr lang="en-US" altLang="en-US"/>
          </a:p>
          <a:p>
            <a:r>
              <a:rPr lang="en-US" altLang="en-US"/>
              <a:t>The output is passed through the hidden layers.</a:t>
            </a:r>
            <a:endParaRPr lang="en-US" altLang="en-US"/>
          </a:p>
          <a:p>
            <a:r>
              <a:rPr lang="en-US" altLang="en-US"/>
              <a:t>The final layer produces the prediction.</a:t>
            </a:r>
            <a:endParaRPr lang="en-US" altLang="en-US"/>
          </a:p>
          <a:p>
            <a:r>
              <a:rPr lang="en-US" altLang="en-US"/>
              <a:t>During training, backpropagation calculates the error and updates weights using an optimization method such as gradient descent.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010" y="3587115"/>
            <a:ext cx="2010410" cy="5664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Difference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6940" y="1558290"/>
            <a:ext cx="10350500" cy="4622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2150</Words>
  <Application>WPS Presentation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Additional Topics for ANN &amp; CNN</dc:title>
  <dc:creator>suratwalavraj</dc:creator>
  <cp:lastModifiedBy>Vraj Suratwala</cp:lastModifiedBy>
  <cp:revision>3</cp:revision>
  <dcterms:created xsi:type="dcterms:W3CDTF">2026-09-08T03:28:20Z</dcterms:created>
  <dcterms:modified xsi:type="dcterms:W3CDTF">2026-09-08T03:28:20Z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C1DB341087186162787E9F6A79675903_41</vt:lpwstr>
  </property>
</Properties>
</file>